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JnLu9Gb6wf0vk3fduzXB23Hm7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Ca ne veut pas dire que certaines conférence présente au Devox ne sont pas ici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Derniers points tout es en anglais ☺ et on mange super bien ☺ </a:t>
            </a:r>
            <a:endParaRPr/>
          </a:p>
        </p:txBody>
      </p:sp>
      <p:sp>
        <p:nvSpPr>
          <p:cNvPr id="152" name="Google Shape;1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Qui ne connait pas ces deux orateurs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Bon ok allez voir leurs présentatation</a:t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Globalement le niveau est plus </a:t>
            </a:r>
            <a:r>
              <a:rPr lang="fr-FR"/>
              <a:t>élevé</a:t>
            </a:r>
            <a:r>
              <a:rPr lang="fr-FR"/>
              <a:t> que sur le Devox, ok on n’a pas fait le 2025</a:t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8" name="Google Shape;28;p10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9" name="Google Shape;29;p1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1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" name="Google Shape;31;p1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2" name="Google Shape;32;p1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1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5" name="Google Shape;35;p1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6" name="Google Shape;36;p1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1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10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7" name="Google Shape;67;p14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légende">
  <p:cSld name="Titre et légen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">
  <p:cSld name="Carte n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 citation">
  <p:cSld name="Carte nom cita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rai ou faux">
  <p:cSld name="Vrai ou faux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9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4" name="Google Shape;14;p9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9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7" name="Google Shape;17;p9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8" name="Google Shape;18;p9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9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fr-FR"/>
              <a:t>NewCraft 2025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C’est quoi ?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677334" y="1393371"/>
            <a:ext cx="8596668" cy="4647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Ce n’est pas un salon dev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Pas de nouvelle techonoligie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Pas de langage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Pas de framework</a:t>
            </a:r>
            <a:endParaRPr/>
          </a:p>
          <a:p>
            <a:pPr indent="-204469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Un salon de dev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Création – 2014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Basé sur le thème du craft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Technique de développement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Vie des équipes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fr-FR"/>
              <a:t>Vie des projets</a:t>
            </a:r>
            <a:endParaRPr/>
          </a:p>
          <a:p>
            <a:pPr indent="-204469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Les conférences marquantes</a:t>
            </a:r>
            <a:endParaRPr/>
          </a:p>
        </p:txBody>
      </p:sp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677334" y="1561323"/>
            <a:ext cx="85968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Model Tension Heuristics </a:t>
            </a:r>
            <a:endParaRPr/>
          </a:p>
        </p:txBody>
      </p:sp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 u="sng"/>
              <a:t>Domain Driven Transformation</a:t>
            </a:r>
            <a:endParaRPr/>
          </a:p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 u="sng"/>
              <a:t>A Defense of Technical Excellence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Surviving complexity 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677334" y="306565"/>
            <a:ext cx="8596668" cy="51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Coût</a:t>
            </a:r>
            <a:r>
              <a:rPr lang="fr-FR" sz="1800"/>
              <a:t> salon chère et surtout il faut payer en plus pour certains ateliers</a:t>
            </a:r>
            <a:endParaRPr sz="1800"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 sz="1800"/>
              <a:t>Pas </a:t>
            </a:r>
            <a:r>
              <a:rPr lang="fr-FR"/>
              <a:t>forcément</a:t>
            </a:r>
            <a:r>
              <a:rPr lang="fr-FR" sz="1800"/>
              <a:t> accessible à tous le monde certains sujet demande une certaine expérience</a:t>
            </a:r>
            <a:endParaRPr sz="1800"/>
          </a:p>
          <a:p>
            <a:pPr indent="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Salon ou des personnes expérimentées abordes des sujets de plus haut niveau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Diversité des intervenants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Peu de conférence payées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2025-11-29T13:28:05Z</dcterms:created>
  <dc:creator>Alban</dc:creator>
</cp:coreProperties>
</file>