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2DB8B-94CE-4014-8A48-F251DFE991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5DF1F-FF1D-4257-929F-ABF5EA45A7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65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Et le plus important des anciens </a:t>
            </a:r>
            <a:r>
              <a:rPr lang="fr-FR" dirty="0" err="1"/>
              <a:t>collegues</a:t>
            </a:r>
            <a:r>
              <a:rPr lang="fr-FR" dirty="0"/>
              <a:t> avec qui échanger sur leur nouvelle </a:t>
            </a:r>
            <a:r>
              <a:rPr lang="fr-FR" dirty="0" err="1"/>
              <a:t>espérience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5DF1F-FF1D-4257-929F-ABF5EA45A77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7782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Qui ne connait pas ces deux orateurs 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Bon ok allez voir leurs présentatation</a:t>
            </a: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Globalement le niveau est plus élevé que sur le Devox, ok on n’a pas fait le 2025</a:t>
            </a: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202077-9583-11E8-80D4-EE24290D5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2904154"/>
            <a:ext cx="7197726" cy="2421464"/>
          </a:xfrm>
        </p:spPr>
        <p:txBody>
          <a:bodyPr>
            <a:normAutofit/>
          </a:bodyPr>
          <a:lstStyle/>
          <a:p>
            <a:r>
              <a:rPr lang="fr-FR" sz="7200" b="1" dirty="0">
                <a:solidFill>
                  <a:schemeClr val="bg1"/>
                </a:solidFill>
              </a:rPr>
              <a:t>2025</a:t>
            </a:r>
            <a:br>
              <a:rPr lang="fr-FR" sz="7200" b="1" dirty="0"/>
            </a:br>
            <a:r>
              <a:rPr lang="fr-FR" sz="3600" b="1" dirty="0">
                <a:solidFill>
                  <a:schemeClr val="bg1"/>
                </a:solidFill>
              </a:rPr>
              <a:t>Rex by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247B5C6-D372-D566-01A7-C90D4455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324" y="4201668"/>
            <a:ext cx="2247900" cy="22479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9FDAA22-D206-9487-D54E-A24B0967E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881" y="2648797"/>
            <a:ext cx="3866125" cy="193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51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8833C-A7B6-F948-CAB3-67F3F4DC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b="1" dirty="0">
                <a:solidFill>
                  <a:schemeClr val="tx1">
                    <a:lumMod val="95000"/>
                  </a:schemeClr>
                </a:solidFill>
              </a:rPr>
              <a:t>NewCRAFTS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757113A-5898-5CE7-C046-40BDB561D724}"/>
              </a:ext>
            </a:extLst>
          </p:cNvPr>
          <p:cNvSpPr txBox="1"/>
          <p:nvPr/>
        </p:nvSpPr>
        <p:spPr>
          <a:xfrm>
            <a:off x="1655064" y="2542461"/>
            <a:ext cx="7662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Crée en 2014 par une communauté de devs indépendants et communautaires</a:t>
            </a:r>
          </a:p>
          <a:p>
            <a:endParaRPr lang="fr-FR" dirty="0"/>
          </a:p>
          <a:p>
            <a:r>
              <a:rPr lang="fr-FR" dirty="0"/>
              <a:t>International (conférencier venant de tous les pays)</a:t>
            </a:r>
          </a:p>
          <a:p>
            <a:endParaRPr lang="fr-FR" dirty="0"/>
          </a:p>
          <a:p>
            <a:r>
              <a:rPr lang="fr-FR" dirty="0"/>
              <a:t>Software craftmanship</a:t>
            </a:r>
          </a:p>
          <a:p>
            <a:endParaRPr lang="fr-FR" dirty="0"/>
          </a:p>
          <a:p>
            <a:r>
              <a:rPr lang="fr-FR" dirty="0"/>
              <a:t>Focus sur les pratiques de développement logiciel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0889762-74EA-8BDD-47EE-4734AFD0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892" y="5774436"/>
            <a:ext cx="1147572" cy="114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FF95EA-2089-5CB2-9CBF-D156FB29F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0971"/>
            <a:ext cx="10039986" cy="944618"/>
          </a:xfrm>
        </p:spPr>
        <p:txBody>
          <a:bodyPr/>
          <a:lstStyle/>
          <a:p>
            <a:r>
              <a:rPr lang="fr-FR" dirty="0"/>
              <a:t>Conf Pour les DEVS 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E471F6-AAC2-0FC2-067D-472DECA5B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892" y="5774436"/>
            <a:ext cx="1147572" cy="114757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56FF031-D2DC-3E91-B846-C29D0EB51C77}"/>
              </a:ext>
            </a:extLst>
          </p:cNvPr>
          <p:cNvSpPr txBox="1"/>
          <p:nvPr/>
        </p:nvSpPr>
        <p:spPr>
          <a:xfrm>
            <a:off x="777240" y="1175589"/>
            <a:ext cx="609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Non car aucune technologie en particulier mise en avant …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CE7B131-002C-BDED-AC78-FFCC4862B230}"/>
              </a:ext>
            </a:extLst>
          </p:cNvPr>
          <p:cNvSpPr txBox="1"/>
          <p:nvPr/>
        </p:nvSpPr>
        <p:spPr>
          <a:xfrm>
            <a:off x="1380744" y="1489564"/>
            <a:ext cx="508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… Oui car on parle de pratique de craftmanship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0E44B368-36D7-03E2-6066-35E7D1953974}"/>
              </a:ext>
            </a:extLst>
          </p:cNvPr>
          <p:cNvSpPr txBox="1">
            <a:spLocks/>
          </p:cNvSpPr>
          <p:nvPr/>
        </p:nvSpPr>
        <p:spPr>
          <a:xfrm>
            <a:off x="310896" y="1966916"/>
            <a:ext cx="10039986" cy="94461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Conf Pour les TechLEADS 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38816D-51DD-1CE3-DBCC-5E126608C768}"/>
              </a:ext>
            </a:extLst>
          </p:cNvPr>
          <p:cNvSpPr txBox="1"/>
          <p:nvPr/>
        </p:nvSpPr>
        <p:spPr>
          <a:xfrm>
            <a:off x="777240" y="2911534"/>
            <a:ext cx="745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Non car aucun focus sur le management technique ou méthodo spécifiques …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CAFC0F1-1069-1EEC-1E51-18920BB4E0A4}"/>
              </a:ext>
            </a:extLst>
          </p:cNvPr>
          <p:cNvSpPr txBox="1"/>
          <p:nvPr/>
        </p:nvSpPr>
        <p:spPr>
          <a:xfrm>
            <a:off x="1380744" y="3280866"/>
            <a:ext cx="956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… Oui car on parle de communication, prise de décision, qualité technique, architecture évolutive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8BE6003-B91B-03A7-7BF4-A292ACA910A9}"/>
              </a:ext>
            </a:extLst>
          </p:cNvPr>
          <p:cNvSpPr txBox="1">
            <a:spLocks/>
          </p:cNvSpPr>
          <p:nvPr/>
        </p:nvSpPr>
        <p:spPr>
          <a:xfrm>
            <a:off x="310896" y="3767699"/>
            <a:ext cx="10039986" cy="94461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Conf Pour les Architectes ?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EB9B01B-A132-3EE8-C9E0-75E94622087D}"/>
              </a:ext>
            </a:extLst>
          </p:cNvPr>
          <p:cNvSpPr txBox="1"/>
          <p:nvPr/>
        </p:nvSpPr>
        <p:spPr>
          <a:xfrm>
            <a:off x="777240" y="4638335"/>
            <a:ext cx="745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Non car aucun focus sur des Framework, outillages ou architectures cibles …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6BF038-04F2-25B3-F142-BD5AEA5797B4}"/>
              </a:ext>
            </a:extLst>
          </p:cNvPr>
          <p:cNvSpPr txBox="1"/>
          <p:nvPr/>
        </p:nvSpPr>
        <p:spPr>
          <a:xfrm>
            <a:off x="1312926" y="4999104"/>
            <a:ext cx="956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… Oui car on parle design logiciel, modélisation, contraintes humaines, alignement des équipes, sociologie des organisations</a:t>
            </a:r>
          </a:p>
        </p:txBody>
      </p:sp>
    </p:spTree>
    <p:extLst>
      <p:ext uri="{BB962C8B-B14F-4D97-AF65-F5344CB8AC3E}">
        <p14:creationId xmlns:p14="http://schemas.microsoft.com/office/powerpoint/2010/main" val="2201305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612D09A-2095-4D50-3A74-BB191319B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11" y="70366"/>
            <a:ext cx="10131425" cy="1456267"/>
          </a:xfrm>
        </p:spPr>
        <p:txBody>
          <a:bodyPr>
            <a:normAutofit/>
          </a:bodyPr>
          <a:lstStyle/>
          <a:p>
            <a:r>
              <a:rPr lang="fr-FR" sz="4800" b="1" dirty="0"/>
              <a:t>De quoi on Parle alors ?</a:t>
            </a:r>
          </a:p>
        </p:txBody>
      </p:sp>
      <p:pic>
        <p:nvPicPr>
          <p:cNvPr id="7" name="Graphique 6" descr="Banque avec un remplissage uni">
            <a:extLst>
              <a:ext uri="{FF2B5EF4-FFF2-40B4-BE49-F238E27FC236}">
                <a16:creationId xmlns:a16="http://schemas.microsoft.com/office/drawing/2014/main" id="{13023CEB-6174-DC68-4593-E8703F855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" y="2065867"/>
            <a:ext cx="1475232" cy="147523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372DBDF-1AAE-1F63-B78B-4CCEAFAF6A72}"/>
              </a:ext>
            </a:extLst>
          </p:cNvPr>
          <p:cNvSpPr txBox="1"/>
          <p:nvPr/>
        </p:nvSpPr>
        <p:spPr>
          <a:xfrm>
            <a:off x="438912" y="3522134"/>
            <a:ext cx="106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Métier</a:t>
            </a:r>
          </a:p>
        </p:txBody>
      </p:sp>
      <p:pic>
        <p:nvPicPr>
          <p:cNvPr id="11" name="Graphique 10" descr="Cerveau dans une tête avec un remplissage uni">
            <a:extLst>
              <a:ext uri="{FF2B5EF4-FFF2-40B4-BE49-F238E27FC236}">
                <a16:creationId xmlns:a16="http://schemas.microsoft.com/office/drawing/2014/main" id="{9C38C221-3E18-26B3-433A-7B5F8D277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3680" y="2065867"/>
            <a:ext cx="1475232" cy="1475232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8AC8F08-45A7-4B3B-C272-C01FEC2A495D}"/>
              </a:ext>
            </a:extLst>
          </p:cNvPr>
          <p:cNvSpPr txBox="1"/>
          <p:nvPr/>
        </p:nvSpPr>
        <p:spPr>
          <a:xfrm>
            <a:off x="3063240" y="3522134"/>
            <a:ext cx="106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Design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36363FB2-8609-4CF0-693C-1EA72730A241}"/>
              </a:ext>
            </a:extLst>
          </p:cNvPr>
          <p:cNvSpPr/>
          <p:nvPr/>
        </p:nvSpPr>
        <p:spPr>
          <a:xfrm>
            <a:off x="1581912" y="2651760"/>
            <a:ext cx="1191768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756D05EB-9BD8-6F35-BD4E-E9E47C27FEA7}"/>
              </a:ext>
            </a:extLst>
          </p:cNvPr>
          <p:cNvSpPr/>
          <p:nvPr/>
        </p:nvSpPr>
        <p:spPr>
          <a:xfrm>
            <a:off x="4248912" y="2651760"/>
            <a:ext cx="1191768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Graphique 15" descr="Enseignant avec un remplissage uni">
            <a:extLst>
              <a:ext uri="{FF2B5EF4-FFF2-40B4-BE49-F238E27FC236}">
                <a16:creationId xmlns:a16="http://schemas.microsoft.com/office/drawing/2014/main" id="{C6B535BC-D005-BD06-8E0B-4295897EC8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99176" y="2121408"/>
            <a:ext cx="1475232" cy="1475232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7EEA8202-0CFF-E54E-6E98-B3E2305BADFC}"/>
              </a:ext>
            </a:extLst>
          </p:cNvPr>
          <p:cNvSpPr txBox="1"/>
          <p:nvPr/>
        </p:nvSpPr>
        <p:spPr>
          <a:xfrm>
            <a:off x="5724144" y="3541099"/>
            <a:ext cx="135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Architecture</a:t>
            </a:r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82653B70-828B-399D-8490-55957692A80E}"/>
              </a:ext>
            </a:extLst>
          </p:cNvPr>
          <p:cNvSpPr/>
          <p:nvPr/>
        </p:nvSpPr>
        <p:spPr>
          <a:xfrm>
            <a:off x="7232904" y="2596896"/>
            <a:ext cx="1191768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E5B24495-5551-82DA-06F1-F8E01712CA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4608" y="2053937"/>
            <a:ext cx="1671828" cy="1671828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9B56657-06B7-6309-38D3-2C9D95068DAE}"/>
              </a:ext>
            </a:extLst>
          </p:cNvPr>
          <p:cNvSpPr txBox="1"/>
          <p:nvPr/>
        </p:nvSpPr>
        <p:spPr>
          <a:xfrm>
            <a:off x="8473440" y="3541099"/>
            <a:ext cx="16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Développement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43985DF-0B0F-828A-4A03-67392F5B0A9D}"/>
              </a:ext>
            </a:extLst>
          </p:cNvPr>
          <p:cNvSpPr txBox="1"/>
          <p:nvPr/>
        </p:nvSpPr>
        <p:spPr>
          <a:xfrm>
            <a:off x="3238119" y="4485959"/>
            <a:ext cx="53126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0" dirty="0"/>
              <a:t>Technico-social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32E41A-B3FB-1288-768F-2A3E917B2F53}"/>
              </a:ext>
            </a:extLst>
          </p:cNvPr>
          <p:cNvSpPr/>
          <p:nvPr/>
        </p:nvSpPr>
        <p:spPr>
          <a:xfrm>
            <a:off x="106680" y="2053937"/>
            <a:ext cx="10503408" cy="20144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659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02B1D-DD61-A60D-1854-42766587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b="1" dirty="0"/>
              <a:t>Technico-social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848D17-ACE1-B899-4D02-F16846D2F7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1" y="1987399"/>
            <a:ext cx="1013476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Les choix techniques influencent les dynamiques humaines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(architecture, dette technique, tests, outillage → facilitent ou compliquent la collaboration).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Les interactions humaines influencent la qualité technique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(communication, culture d’équipe, feedback, psychologie → affectent la conception et le code).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 logiciel est un objet collectif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fr-FR" altLang="fr-FR" dirty="0"/>
              <a:t>(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impossible de le dissocier des processus, de la culture ou des relations de l’équipe).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Compétences sociales = compétences techniques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(prise de décision collective, facilitation, design collaboratif, pair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programming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posture d’apprentissage…).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E3C5BC3-6AEA-0DBB-D483-7BFEAFF9E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892" y="5774436"/>
            <a:ext cx="1147572" cy="114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6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479B-B83D-D7C6-AE27-AB111E34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37DFAD-8F35-3AF0-1B17-B30A8E52C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b="1" dirty="0"/>
              <a:t>En Détails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AF110B-D461-4BC6-4D56-EC9C529FBC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0115" y="1545516"/>
            <a:ext cx="8630815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fr-FR" sz="3600" cap="all" dirty="0" err="1">
                <a:ln w="3175" cmpd="sng">
                  <a:noFill/>
                </a:ln>
                <a:latin typeface="+mj-lt"/>
                <a:ea typeface="+mj-ea"/>
                <a:cs typeface="+mj-cs"/>
              </a:rPr>
              <a:t>Ncraft</a:t>
            </a:r>
            <a:r>
              <a:rPr lang="fr-FR" sz="36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 c’est </a:t>
            </a:r>
          </a:p>
          <a:p>
            <a:pPr lvl="1" fontAlgn="base"/>
            <a:r>
              <a:rPr lang="fr-FR" sz="1800" dirty="0"/>
              <a:t> 26 conférences, </a:t>
            </a:r>
          </a:p>
          <a:p>
            <a:pPr lvl="1" fontAlgn="base"/>
            <a:r>
              <a:rPr lang="fr-FR" sz="1800" dirty="0"/>
              <a:t>8 </a:t>
            </a:r>
            <a:r>
              <a:rPr lang="fr-FR" sz="1800" dirty="0" err="1"/>
              <a:t>handsons</a:t>
            </a:r>
            <a:r>
              <a:rPr lang="fr-FR" sz="1800" dirty="0"/>
              <a:t> </a:t>
            </a:r>
          </a:p>
          <a:p>
            <a:pPr marL="457200" lvl="1" indent="0" fontAlgn="base">
              <a:buNone/>
            </a:pPr>
            <a:endParaRPr lang="fr-FR" sz="1800" dirty="0"/>
          </a:p>
          <a:p>
            <a:pPr fontAlgn="base"/>
            <a:r>
              <a:rPr lang="fr-FR" sz="36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On a vu 13 conférences</a:t>
            </a:r>
          </a:p>
          <a:p>
            <a:pPr lvl="1" fontAlgn="base"/>
            <a:r>
              <a:rPr lang="fr-FR" sz="1800" dirty="0"/>
              <a:t>Technique de dev</a:t>
            </a:r>
          </a:p>
          <a:p>
            <a:pPr lvl="1" fontAlgn="base"/>
            <a:r>
              <a:rPr lang="fr-FR" sz="1800" dirty="0" err="1"/>
              <a:t>Refactoring</a:t>
            </a:r>
            <a:r>
              <a:rPr lang="fr-FR" sz="1800" dirty="0"/>
              <a:t> de code</a:t>
            </a:r>
          </a:p>
          <a:p>
            <a:pPr lvl="1" fontAlgn="base"/>
            <a:r>
              <a:rPr lang="fr-FR" sz="1800" dirty="0"/>
              <a:t>Des inclassables</a:t>
            </a:r>
          </a:p>
          <a:p>
            <a:pPr lvl="1" fontAlgn="base"/>
            <a:r>
              <a:rPr lang="fr-FR" sz="1800" dirty="0"/>
              <a:t>Des Rex</a:t>
            </a:r>
          </a:p>
          <a:p>
            <a:pPr lvl="1" fontAlgn="base"/>
            <a:r>
              <a:rPr lang="fr-FR" sz="1800" dirty="0"/>
              <a:t>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479FEE-EB02-6000-AEB5-271EC5FB9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892" y="5774436"/>
            <a:ext cx="1147572" cy="114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19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>
            <a:spLocks noGrp="1"/>
          </p:cNvSpPr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fr-FR" sz="5400" b="1" dirty="0"/>
              <a:t>Les conférences marquantes</a:t>
            </a:r>
            <a:endParaRPr sz="5400" b="1" dirty="0"/>
          </a:p>
        </p:txBody>
      </p:sp>
      <p:sp>
        <p:nvSpPr>
          <p:cNvPr id="161" name="Google Shape;161;p3"/>
          <p:cNvSpPr txBox="1">
            <a:spLocks noGrp="1"/>
          </p:cNvSpPr>
          <p:nvPr>
            <p:ph type="body" idx="1"/>
          </p:nvPr>
        </p:nvSpPr>
        <p:spPr>
          <a:xfrm>
            <a:off x="677334" y="1561323"/>
            <a:ext cx="8596800" cy="4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>
            <a:spLocks noGrp="1"/>
          </p:cNvSpPr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fr-FR" sz="5400" b="1" dirty="0"/>
              <a:t>Model Tension </a:t>
            </a:r>
            <a:r>
              <a:rPr lang="fr-FR" sz="5400" b="1" dirty="0" err="1"/>
              <a:t>Heuristics</a:t>
            </a:r>
            <a:r>
              <a:rPr lang="fr-FR" sz="5400" b="1" dirty="0"/>
              <a:t> </a:t>
            </a:r>
            <a:endParaRPr sz="5400" b="1" dirty="0"/>
          </a:p>
        </p:txBody>
      </p:sp>
      <p:sp>
        <p:nvSpPr>
          <p:cNvPr id="167" name="Google Shape;167;p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>
            <a:spLocks noGrp="1"/>
          </p:cNvSpPr>
          <p:nvPr>
            <p:ph type="title"/>
          </p:nvPr>
        </p:nvSpPr>
        <p:spPr>
          <a:xfrm>
            <a:off x="677333" y="306565"/>
            <a:ext cx="10581605" cy="88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fr-FR" sz="5400" b="1" dirty="0"/>
              <a:t>Domain Driven Transformation</a:t>
            </a:r>
            <a:endParaRPr sz="5400" b="1" dirty="0"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>
            <a:spLocks noGrp="1"/>
          </p:cNvSpPr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>
              <a:buClr>
                <a:schemeClr val="accent1"/>
              </a:buClr>
              <a:buSzPct val="100000"/>
            </a:pPr>
            <a:r>
              <a:rPr lang="fr-FR" sz="4900" b="1" dirty="0"/>
              <a:t>A </a:t>
            </a:r>
            <a:r>
              <a:rPr lang="fr-FR" sz="4900" b="1" dirty="0" err="1"/>
              <a:t>Defense</a:t>
            </a:r>
            <a:r>
              <a:rPr lang="fr-FR" sz="4900" b="1" dirty="0"/>
              <a:t> of </a:t>
            </a:r>
            <a:r>
              <a:rPr lang="fr-FR" sz="4900" b="1" dirty="0" err="1"/>
              <a:t>Technical</a:t>
            </a:r>
            <a:r>
              <a:rPr lang="fr-FR" sz="4900" b="1" dirty="0"/>
              <a:t> Excellence</a:t>
            </a:r>
            <a:endParaRPr sz="4900" b="1" dirty="0"/>
          </a:p>
        </p:txBody>
      </p:sp>
      <p:sp>
        <p:nvSpPr>
          <p:cNvPr id="179" name="Google Shape;179;p6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>
            <a:spLocks noGrp="1"/>
          </p:cNvSpPr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>
              <a:buClr>
                <a:schemeClr val="accent1"/>
              </a:buClr>
              <a:buSzPct val="100000"/>
            </a:pPr>
            <a:r>
              <a:rPr lang="fr-FR" sz="4900" b="1" dirty="0" err="1"/>
              <a:t>Surviving</a:t>
            </a:r>
            <a:r>
              <a:rPr lang="fr-FR" sz="4900" b="1" dirty="0"/>
              <a:t> </a:t>
            </a:r>
            <a:r>
              <a:rPr lang="fr-FR" sz="4900" b="1" dirty="0" err="1"/>
              <a:t>complexity</a:t>
            </a:r>
            <a:r>
              <a:rPr lang="fr-FR" sz="4900" b="1" dirty="0"/>
              <a:t> </a:t>
            </a:r>
            <a:endParaRPr sz="4900" b="1" dirty="0"/>
          </a:p>
        </p:txBody>
      </p:sp>
      <p:sp>
        <p:nvSpPr>
          <p:cNvPr id="185" name="Google Shape;185;p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>
            <a:spLocks noGrp="1"/>
          </p:cNvSpPr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>
              <a:buClr>
                <a:schemeClr val="accent1"/>
              </a:buClr>
              <a:buSzPct val="100000"/>
            </a:pPr>
            <a:r>
              <a:rPr lang="fr-FR" sz="4900" b="1" dirty="0"/>
              <a:t>Conclusion</a:t>
            </a:r>
            <a:endParaRPr sz="4900" b="1" dirty="0"/>
          </a:p>
        </p:txBody>
      </p:sp>
      <p:sp>
        <p:nvSpPr>
          <p:cNvPr id="191" name="Google Shape;191;p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Arial" panose="020B0604020202020204" pitchFamily="34" charset="0"/>
              <a:buChar char="•"/>
            </a:pPr>
            <a:r>
              <a:rPr lang="fr-FR" sz="1800" dirty="0"/>
              <a:t>S</a:t>
            </a:r>
            <a:r>
              <a:rPr lang="fr-FR" dirty="0"/>
              <a:t>alon onéreux </a:t>
            </a:r>
            <a:endParaRPr sz="1800" dirty="0"/>
          </a:p>
          <a:p>
            <a:pPr>
              <a:spcBef>
                <a:spcPts val="1000"/>
              </a:spcBef>
              <a:spcAft>
                <a:spcPts val="0"/>
              </a:spcAft>
              <a:buSzPts val="1440"/>
            </a:pPr>
            <a:r>
              <a:rPr lang="fr-FR" sz="1800" dirty="0"/>
              <a:t>Pas </a:t>
            </a:r>
            <a:r>
              <a:rPr lang="fr-FR" dirty="0"/>
              <a:t>forcément</a:t>
            </a:r>
            <a:r>
              <a:rPr lang="fr-FR" sz="1800" dirty="0"/>
              <a:t> accessible à tous le monde certains sujet demande une certaine expérience</a:t>
            </a:r>
            <a:endParaRPr sz="1800" dirty="0"/>
          </a:p>
          <a:p>
            <a:pPr marL="3429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lvl="0">
              <a:spcBef>
                <a:spcPts val="1000"/>
              </a:spcBef>
              <a:spcAft>
                <a:spcPts val="0"/>
              </a:spcAft>
              <a:buSzPts val="1440"/>
            </a:pPr>
            <a:r>
              <a:rPr lang="fr-FR" dirty="0"/>
              <a:t>Salon ou des personnes expérimentées abordes des sujets de plus haut niveau</a:t>
            </a:r>
            <a:endParaRPr dirty="0"/>
          </a:p>
          <a:p>
            <a:pPr lvl="0">
              <a:spcBef>
                <a:spcPts val="1000"/>
              </a:spcBef>
              <a:spcAft>
                <a:spcPts val="0"/>
              </a:spcAft>
              <a:buSzPts val="1440"/>
            </a:pPr>
            <a:r>
              <a:rPr lang="fr-FR" dirty="0"/>
              <a:t>Diversité des intervenants</a:t>
            </a:r>
            <a:endParaRPr dirty="0"/>
          </a:p>
          <a:p>
            <a:pPr lvl="0">
              <a:spcBef>
                <a:spcPts val="1000"/>
              </a:spcBef>
              <a:spcAft>
                <a:spcPts val="0"/>
              </a:spcAft>
              <a:buSzPts val="1440"/>
            </a:pPr>
            <a:r>
              <a:rPr lang="fr-FR" dirty="0"/>
              <a:t>Peu de conférence payée</a:t>
            </a:r>
            <a:endParaRPr dirty="0"/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{6D793409-8DA8-4575-959F-C0D1D3BADB47}TFb5ae2469-0bae-4978-b0e0-39dd046150ff1a5088a3-0c5865d13c35</Template>
  <TotalTime>12</TotalTime>
  <Words>363</Words>
  <Application>Microsoft Office PowerPoint</Application>
  <PresentationFormat>Grand écran</PresentationFormat>
  <Paragraphs>63</Paragraphs>
  <Slides>12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Céleste</vt:lpstr>
      <vt:lpstr>2025 Rex by</vt:lpstr>
      <vt:lpstr>NewCRAFTS ?</vt:lpstr>
      <vt:lpstr>Conf Pour les DEVS ?</vt:lpstr>
      <vt:lpstr>De quoi on Parle alors ?</vt:lpstr>
      <vt:lpstr>Technico-social</vt:lpstr>
      <vt:lpstr>En Détails </vt:lpstr>
      <vt:lpstr>Les conférences marquantes</vt:lpstr>
      <vt:lpstr>Model Tension Heuristics </vt:lpstr>
      <vt:lpstr>Domain Driven Transformation</vt:lpstr>
      <vt:lpstr>A Defense of Technical Excellence</vt:lpstr>
      <vt:lpstr>Surviving complexity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Hervé Letourneur</dc:creator>
  <cp:lastModifiedBy>Alban</cp:lastModifiedBy>
  <cp:revision>3</cp:revision>
  <dcterms:created xsi:type="dcterms:W3CDTF">2025-12-07T14:39:04Z</dcterms:created>
  <dcterms:modified xsi:type="dcterms:W3CDTF">2025-12-07T20:15:48Z</dcterms:modified>
</cp:coreProperties>
</file>